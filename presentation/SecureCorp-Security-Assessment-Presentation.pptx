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4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EEBFF"/>
                </a:solidFill>
              </a:defRPr>
            </a:pPr>
            <a:r>
              <a:t>SecureCorp Security Assessment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698480" cy="22860"/>
          </a:xfrm>
          <a:prstGeom prst="rect">
            <a:avLst/>
          </a:prstGeom>
          <a:solidFill>
            <a:srgbClr val="4B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Junior Cybersecurity Consultant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Prepared by: Pulugutha Saketh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18AA5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4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EBFF"/>
                </a:solidFill>
              </a:defRPr>
            </a:pPr>
            <a:r>
              <a:t>Engagement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698480" cy="22860"/>
          </a:xfrm>
          <a:prstGeom prst="rect">
            <a:avLst/>
          </a:prstGeom>
          <a:solidFill>
            <a:srgbClr val="4B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Authorized security assessment of the SecureCorp laboratory environment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Objective: identify weaknesses, collect evidence, investigate security events, and recommend remediation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Assessment focus: web application security and authentication testing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Wazuh monitoring component remains 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18AA5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4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EBFF"/>
                </a:solidFill>
              </a:defRPr>
            </a:pPr>
            <a:r>
              <a:t>Lab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698480" cy="22860"/>
          </a:xfrm>
          <a:prstGeom prst="rect">
            <a:avLst/>
          </a:prstGeom>
          <a:solidFill>
            <a:srgbClr val="4B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WSL2 Ubuntu — attacker / testing environment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Metasploitable2 — intentionally vulnerable target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DVWA — vulnerable web application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FTP and SSH — authentication testing targets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Wazuh — centralized security monitoring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18AA5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4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EBFF"/>
                </a:solidFill>
              </a:defRPr>
            </a:pPr>
            <a:r>
              <a:t>Scope &amp; Rules of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698480" cy="22860"/>
          </a:xfrm>
          <a:prstGeom prst="rect">
            <a:avLst/>
          </a:prstGeom>
          <a:solidFill>
            <a:srgbClr val="4B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Testing limited to authorized laboratory systems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DVWA web application testing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FTP and SSH authentication testing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Evidence collected and organized in the project repository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No unauthorized external or production systems targeted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18AA5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4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EBFF"/>
                </a:solidFill>
              </a:defRPr>
            </a:pPr>
            <a:r>
              <a:t>Asset Inventory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698480" cy="22860"/>
          </a:xfrm>
          <a:prstGeom prst="rect">
            <a:avLst/>
          </a:prstGeom>
          <a:solidFill>
            <a:srgbClr val="4B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DVWA — SQL Injection, XSS, Brute Force, Command Injection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Metasploitable2 — FTP and SSH authentication weaknesses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WSL2 Ubuntu — controlled attacker environment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Wazuh Server — monitoring and log analysis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Highest observed risk: Command Injection — 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18AA5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4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EBFF"/>
                </a:solidFill>
              </a:defRPr>
            </a:pPr>
            <a:r>
              <a:t>Red Team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698480" cy="22860"/>
          </a:xfrm>
          <a:prstGeom prst="rect">
            <a:avLst/>
          </a:prstGeom>
          <a:solidFill>
            <a:srgbClr val="4B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SQL Injection — demonstrated against DVWA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Cross-Site Scripting (XSS) — demonstrated against DVWA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DVWA Brute Force — controlled repeated authentication testing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Command Injection — demonstrated against DVWA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FTP Authentication Testing — performed against target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SSH Authentication Testing — performed against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18AA5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4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EBFF"/>
                </a:solidFill>
              </a:defRPr>
            </a:pPr>
            <a:r>
              <a:t>Key Security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698480" cy="22860"/>
          </a:xfrm>
          <a:prstGeom prst="rect">
            <a:avLst/>
          </a:prstGeom>
          <a:solidFill>
            <a:srgbClr val="4B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SQL Injection — High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XSS — Moderate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DVWA Brute Force — High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Command Injection — Critical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FTP Authentication Weakness — High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SSH Authentication Weakness —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18AA5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4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EBFF"/>
                </a:solidFill>
              </a:defRPr>
            </a:pPr>
            <a:r>
              <a:t>Authentication &amp; Network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698480" cy="22860"/>
          </a:xfrm>
          <a:prstGeom prst="rect">
            <a:avLst/>
          </a:prstGeom>
          <a:solidFill>
            <a:srgbClr val="4B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Repeated authentication attempts demonstrate weakness in authentication controls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FTP and SSH services require stronger authentication and monitoring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Unnecessary or legacy network services should be reduced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Firewall controls and network segmentation should protect administrative services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Nmap evidence remains outside the current final evidence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18AA5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4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EBFF"/>
                </a:solidFill>
              </a:defRPr>
            </a:pPr>
            <a:r>
              <a:t>Wazuh Detection &amp; Investigation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698480" cy="22860"/>
          </a:xfrm>
          <a:prstGeom prst="rect">
            <a:avLst/>
          </a:prstGeom>
          <a:solidFill>
            <a:srgbClr val="4B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Wazuh is the planned centralized monitoring platform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Required investigation evidence includes agent status, alerts, log searches, and detection notes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Detection coverage for Week 2 activities is currently pending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No unsupported Wazuh alert IDs or detection claims are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18AA5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4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EBFF"/>
                </a:solidFill>
              </a:defRPr>
            </a:pPr>
            <a:r>
              <a:t>Incident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698480" cy="22860"/>
          </a:xfrm>
          <a:prstGeom prst="rect">
            <a:avLst/>
          </a:prstGeom>
          <a:solidFill>
            <a:srgbClr val="4B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Week 2 attack activity provides the baseline for investigation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Final timeline should correlate attack timestamps with Wazuh events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Wazuh-based timeline remains pending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Evidence should identify source, target, service, event time, and detection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18AA5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4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EBFF"/>
                </a:solidFill>
              </a:defRPr>
            </a:pPr>
            <a:r>
              <a:t>Security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698480" cy="22860"/>
          </a:xfrm>
          <a:prstGeom prst="rect">
            <a:avLst/>
          </a:prstGeom>
          <a:solidFill>
            <a:srgbClr val="4B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Use parameterized queries and prepared statements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Validate input and apply context-aware output encoding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Enforce strong passwords, rate limiting, account lockout, and MFA where appropriate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Disable unnecessary services and restrict administrative access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Centralize logging and monitor authentication/web activity</a:t>
            </a:r>
          </a:p>
          <a:p>
            <a:pPr>
              <a:spcAft>
                <a:spcPts val="1400"/>
              </a:spcAft>
              <a:defRPr sz="1800">
                <a:solidFill>
                  <a:srgbClr val="DCDAE6"/>
                </a:solidFill>
              </a:defRPr>
            </a:pPr>
            <a:r>
              <a:t>• Maintain backups, patch systems, and provide security awareness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18AA5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4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EBF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698480" cy="22860"/>
          </a:xfrm>
          <a:prstGeom prst="rect">
            <a:avLst/>
          </a:prstGeom>
          <a:solidFill>
            <a:srgbClr val="4B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The authorized assessment demonstrated multiple security weaknesses in the lab environment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Evidence for completed Week 2 activities has been preserved in the repository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The findings provide clear remediation opportunities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Wazuh investigation and Nmap evidence remain pending</a:t>
            </a:r>
          </a:p>
          <a:p>
            <a:pPr>
              <a:spcAft>
                <a:spcPts val="1400"/>
              </a:spcAft>
              <a:defRPr sz="2000">
                <a:solidFill>
                  <a:srgbClr val="DCDAE6"/>
                </a:solidFill>
              </a:defRPr>
            </a:pPr>
            <a:r>
              <a:t>• Final submission should include supporting evidence and the completed monitoring 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18AA5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